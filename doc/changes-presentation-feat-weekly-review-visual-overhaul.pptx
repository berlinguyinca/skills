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gw-skills: Weekly Review Visual Overhaul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A90D9"/>
                </a:solidFill>
                <a:latin typeface="Calibri"/>
              </a:defRPr>
            </a:pPr>
            <a:r>
              <a:t>What Changed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2026-03-17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Branch: feat/weekly-review-visual-overhaul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A90D9"/>
                </a:solidFill>
                <a:latin typeface="Calibri"/>
              </a:defRPr>
            </a:pPr>
            <a:r>
              <a:t>Here's what we 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Multi-source support — track multiple orgs + personal repos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Dynamic path resolution — works regardless of install location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Org-first narrative — organization work is the headline story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Visuals-first design — 70% charts, 30% text per slide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Screenshot placeholders for tool/UI PRs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Asset harvesting from repo PPTX files</a:t>
            </a:r>
          </a:p>
          <a:p>
            <a:pPr>
              <a:spcAft>
                <a:spcPts val="8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•  Review fixes: portability, rate limits, config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Before vs After: Source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Single org required as argument every time:</a:t>
            </a:r>
            <a:br/>
            <a:r>
              <a:t>/gw:weekly-review metabolomics-us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402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Save once, run forever:</a:t>
            </a:r>
            <a:br/>
            <a:r>
              <a:t>--add metabolomics-us  then just</a:t>
            </a:r>
            <a:br/>
            <a:r>
              <a:t>/gw:weekly-review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10972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Why it matters:  Eliminates repetitive typing. Supports mixing orgs + personal repos.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Before vs After: Path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Hardcoded ~/.gw-skills — breaks if cloned elsewhere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40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Follows symlink dynamically — works from any install 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10972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Why it matters:  Users can clone the repo anywhere and everything still 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Before vs After: Slide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5029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Wall of bullet points on every slide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0292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40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70% charts + KPI cards, 30% text.</a:t>
            </a:r>
            <a:br/>
            <a:r>
              <a:t>Donut charts, area timelines, bar 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10972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333333"/>
                </a:solidFill>
                <a:latin typeface="Calibri"/>
              </a:defRPr>
            </a:pPr>
            <a:r>
              <a:t>Why it matters:  Presentations are now visual-first — people glance at pictures, not paragraphs.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New: Asset Harvesting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Scans repos for .pptx files committed during the reporting window. Extracts embedded charts and screenshots. Integrates them into the weekly review deck automatically.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108960"/>
            <a:ext cx="91440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Impact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828800" cy="50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14630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 / 5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Findings</a:t>
            </a:r>
            <a:br/>
            <a:r>
              <a:t>Reviewed &amp; Fixed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291840" cy="14630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Files</a:t>
            </a:r>
            <a:br/>
            <a:r>
              <a:t>Changed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291840" cy="1463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Categories</a:t>
            </a:r>
            <a:br/>
            <a:r>
              <a:t>Addressed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474720"/>
            <a:ext cx="10058400" cy="2011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Files changed: check-update.sh, weekly-review.md, update.md, analyze-app.md, merge-it.md, README.md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1828800"/>
            <a:ext cx="5943600" cy="10972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Ready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474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A90D9"/>
                </a:solidFill>
                <a:latin typeface="Calibri"/>
              </a:defRPr>
            </a:pPr>
            <a:r>
              <a:t>PR: https://github.com/berlinguyinca/skills/pull/1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2026-03-17  |  feat/weekly-review-visual-overhaul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